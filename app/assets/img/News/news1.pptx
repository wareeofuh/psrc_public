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0" d="100"/>
          <a:sy n="80" d="100"/>
        </p:scale>
        <p:origin x="58" y="1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3E04B8-6D36-1D53-A7A7-3E14158EBEB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2284DC0-90D8-E5DF-924F-9D7674702FE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D9C314-CB59-3C9E-5A64-C258EC921F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3BCEFB-28D7-4AB9-B98B-9608FCB3A64B}" type="datetimeFigureOut">
              <a:rPr lang="en-US" smtClean="0"/>
              <a:t>1/11/2024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95FF5A-5E7F-38CA-BA52-DC74C5932B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A65D2B-4BD3-62FF-0923-9919C17689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090ED4-ABE1-45D0-B8EA-AD53BB3C33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41167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C9A909-4236-E356-7DB3-A727F91607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EE59E8-EDB0-20A9-6892-13D61CBD97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2F25B9-E0AF-1789-32B3-02CA349052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3BCEFB-28D7-4AB9-B98B-9608FCB3A64B}" type="datetimeFigureOut">
              <a:rPr lang="en-US" smtClean="0"/>
              <a:t>1/11/2024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1D12C0-611B-A5E8-ACEB-E64F12615B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A2A37D-C948-F073-EEDA-93A328B564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090ED4-ABE1-45D0-B8EA-AD53BB3C33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3261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57A291-EA52-08D4-A92C-F30BD97D19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56323F-1870-EB56-E9E2-4663F4CE08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ECCF93-2D0B-21D8-2434-75107C63E3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3BCEFB-28D7-4AB9-B98B-9608FCB3A64B}" type="datetimeFigureOut">
              <a:rPr lang="en-US" smtClean="0"/>
              <a:t>1/11/2024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1DF8AD-1991-A3C2-C8CE-1AED726CB5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8DF356-D2C8-6C6C-792D-5B1182B23E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090ED4-ABE1-45D0-B8EA-AD53BB3C33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27334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60CFAC-743B-C672-2AB7-90C1F7073F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1BAFF7-6DA8-273C-FD60-157399405F8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DC2C53B-B46D-A298-1874-F4ED14C2B73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04876E2-45FE-5C11-3445-C184EB40C6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3BCEFB-28D7-4AB9-B98B-9608FCB3A64B}" type="datetimeFigureOut">
              <a:rPr lang="en-US" smtClean="0"/>
              <a:t>1/11/2024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9430066-8057-CE5D-F6CE-B97E9A29CB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63CAEFC-BD53-4DAE-7DB3-6A9F7CCA66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090ED4-ABE1-45D0-B8EA-AD53BB3C33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62099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0FBAC-C0CB-DB10-3F71-470F74B5F8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804D998-21DD-75AF-97A1-5534630FE6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8C4DBA6-FC18-6285-236B-05283F27F70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E5E1EE8-C694-9000-9870-4CDB1E46154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C001C03-A3E5-37FF-253C-486FD3386E6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27C3EB5-EA30-22EC-3939-3CAE36C47C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3BCEFB-28D7-4AB9-B98B-9608FCB3A64B}" type="datetimeFigureOut">
              <a:rPr lang="en-US" smtClean="0"/>
              <a:t>1/11/2024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D2A55EC-036C-4792-FBB9-52470A91EC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786BF09-921F-7276-1095-C7DFC03878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090ED4-ABE1-45D0-B8EA-AD53BB3C33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34182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10BBD8-46B0-FF9F-3711-F8850B9373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0A7E337-45A4-35A9-8629-1DBEB9B026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3BCEFB-28D7-4AB9-B98B-9608FCB3A64B}" type="datetimeFigureOut">
              <a:rPr lang="en-US" smtClean="0"/>
              <a:t>1/11/2024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C59021F-0BBD-CE4D-08A3-C89FB1BC76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F9D01D-1248-AD98-5539-4C5B0EDB3B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090ED4-ABE1-45D0-B8EA-AD53BB3C33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94672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59EBECC-7277-40C0-D025-C86E6DC061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3BCEFB-28D7-4AB9-B98B-9608FCB3A64B}" type="datetimeFigureOut">
              <a:rPr lang="en-US" smtClean="0"/>
              <a:t>1/11/2024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25422F8-6E4F-8D83-E0A8-9E624F0888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728409B-D6EC-48C3-014C-3A7C6942A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090ED4-ABE1-45D0-B8EA-AD53BB3C33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81218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FCC8B5-3734-6EE1-5AD8-678CEAE54C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3CBFC5-7B27-EE17-F17C-120F2D25D8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EE30F38-453C-A074-611C-84CF4632540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CEE9BE4-749C-F282-FBAF-5CFDA3841B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3BCEFB-28D7-4AB9-B98B-9608FCB3A64B}" type="datetimeFigureOut">
              <a:rPr lang="en-US" smtClean="0"/>
              <a:t>1/11/2024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058809A-A03E-3AFB-527C-886BCF2976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124F365-B84D-2505-C8CE-BDB736D775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090ED4-ABE1-45D0-B8EA-AD53BB3C33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55812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676AD4-0EE3-412F-D5C0-6E9D440EF6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5147616-5994-CD72-3517-46302DB3B40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6848A5B-92AE-E710-D51D-FFF3FBC4DFC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2A7E0D5-0453-4702-078E-058D911B10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3BCEFB-28D7-4AB9-B98B-9608FCB3A64B}" type="datetimeFigureOut">
              <a:rPr lang="en-US" smtClean="0"/>
              <a:t>1/11/2024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BB94DCB-4411-4E17-9455-57EE6C51C5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92A509A-3535-A5BD-66F3-01B772FE55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090ED4-ABE1-45D0-B8EA-AD53BB3C33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8694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C1CE26-F9B6-AC6F-B372-4EA9A1653F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BFEFE83-D17D-DA8F-D079-323BF8DE9B0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0D98CD-526D-9113-1028-A5710E516C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3BCEFB-28D7-4AB9-B98B-9608FCB3A64B}" type="datetimeFigureOut">
              <a:rPr lang="en-US" smtClean="0"/>
              <a:t>1/11/2024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D38788-D924-2804-AFA9-E6C0616AC9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7F4DE9-F0DA-2F90-FCE2-0BBCE54B7F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090ED4-ABE1-45D0-B8EA-AD53BB3C33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58596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53C8980-EACB-FD62-CCD6-C063277E7ED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D9B3B7F-8258-C5BF-A14B-D1DEF71D41D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8EA3FD-3F39-DC3F-55B5-6CA37FB70A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3BCEFB-28D7-4AB9-B98B-9608FCB3A64B}" type="datetimeFigureOut">
              <a:rPr lang="en-US" smtClean="0"/>
              <a:t>1/11/2024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176BF6-1388-862A-02C3-1A4B4C374B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A942B1-B926-7EA8-A080-370998DEB3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090ED4-ABE1-45D0-B8EA-AD53BB3C33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99984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25AFDD1-E503-0B38-AE44-4F1D974FDF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50185E-A36E-78AB-7EB6-3F2F11A75C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9AD845-2D6B-4652-BC30-43BB05B0439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73BCEFB-28D7-4AB9-B98B-9608FCB3A64B}" type="datetimeFigureOut">
              <a:rPr lang="en-US" smtClean="0"/>
              <a:t>1/11/2024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D99A0E-5417-0007-B885-7E7449C7BF0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C9FD87-E32F-D8AE-6683-2F0E20771B7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C090ED4-ABE1-45D0-B8EA-AD53BB3C33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44745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2BAB7D9E-160A-5154-92D1-DE88AC4B4B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82067" y="4056329"/>
            <a:ext cx="3913934" cy="773123"/>
          </a:xfrm>
          <a:prstGeom prst="rect">
            <a:avLst/>
          </a:prstGeom>
        </p:spPr>
      </p:pic>
      <p:pic>
        <p:nvPicPr>
          <p:cNvPr id="9" name="Picture 8" descr="A close-up of a logo&#10;&#10;Description automatically generated">
            <a:extLst>
              <a:ext uri="{FF2B5EF4-FFF2-40B4-BE49-F238E27FC236}">
                <a16:creationId xmlns:a16="http://schemas.microsoft.com/office/drawing/2014/main" id="{08D965AE-D3E1-0D33-C623-E9917720790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42160" y="1983105"/>
            <a:ext cx="4053840" cy="1920240"/>
          </a:xfrm>
          <a:prstGeom prst="rect">
            <a:avLst/>
          </a:prstGeom>
        </p:spPr>
      </p:pic>
      <p:pic>
        <p:nvPicPr>
          <p:cNvPr id="11" name="Picture 10" descr="A close-up of a person smiling&#10;&#10;Description automatically generated">
            <a:extLst>
              <a:ext uri="{FF2B5EF4-FFF2-40B4-BE49-F238E27FC236}">
                <a16:creationId xmlns:a16="http://schemas.microsoft.com/office/drawing/2014/main" id="{4A18C493-DD86-4956-A3CE-F264C1BCC99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33744" y="1794887"/>
            <a:ext cx="2429256" cy="32682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958082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>M.D. Anderson Cancer Center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Rinsurongkawong,Waree</dc:creator>
  <cp:lastModifiedBy>Rinsurongkawong,Waree</cp:lastModifiedBy>
  <cp:revision>1</cp:revision>
  <dcterms:created xsi:type="dcterms:W3CDTF">2024-01-11T23:27:35Z</dcterms:created>
  <dcterms:modified xsi:type="dcterms:W3CDTF">2024-01-11T23:34:38Z</dcterms:modified>
</cp:coreProperties>
</file>